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000" b="1">
                <a:solidFill>
                  <a:srgbClr val="F1F5F9"/>
                </a:solidFill>
                <a:latin typeface="Segoe UI"/>
              </a:defRPr>
            </a:pPr>
            <a:r>
              <a:t>College ERP Dashboard</a:t>
            </a:r>
          </a:p>
          <a:p>
            <a:pPr>
              <a:spcAft>
                <a:spcPts val="3000"/>
              </a:spcAft>
              <a:defRPr sz="2200">
                <a:solidFill>
                  <a:srgbClr val="0EA5E9"/>
                </a:solidFill>
                <a:latin typeface="Segoe UI"/>
              </a:defRPr>
            </a:pPr>
            <a:r>
              <a:t>A Unified Full-Stack Academic &amp; Operations Management Portal</a:t>
            </a:r>
          </a:p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Role-Based Workspaces for Students, Faculty &amp; Administrators</a:t>
            </a:r>
            <a:br/>
            <a:r>
              <a:t>Powered by React, Node.js, Express, and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3716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Project Overview &amp;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11D48"/>
                </a:solidFill>
                <a:latin typeface="Segoe UI"/>
              </a:defRPr>
            </a:pPr>
            <a:r>
              <a:t>The Challenge: Fragmented Systems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Isolated Platforms: Legacy portals run separate databases for academics, fees, housing, library operations, and placements.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Manual Overheads: No Dues clearance, student registration/de-registration, and query resolution are managed on paper.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Relational Friction: Deleting a student doesn't cascade, leaving orphaned rows across other administrative tables.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Poor UI/UX: Legacy designs are cluttered, slow, and lack modern responsive layouts.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463040"/>
            <a:ext cx="539496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Segoe UI"/>
              </a:defRPr>
            </a:pPr>
            <a:r>
              <a:t>The Solution: Unified ERP Console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Consolidated Dashboard: Single platform containing role-based workspaces for Students, Faculty, and Admins.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Dynamic Database Integrity: Direct link to local MySQL instance, ensuring live data sync across all operations.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Automated Administrative Flow: Online fee checkouts, digital clearance toggles, and live ticketing resolution.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Unified UX: Clean, modern dark slate aesthetic with simple, lightweight layout guidelines.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Technical Architecture &amp; Core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74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Client Layer (React)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Vite + React.js SPA: Fast hot module replacement and builds.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React Router: Restricts frontend access routes by role.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React Context API: Manages global auth state and credentials caching.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Lucide-React: Responsive iconography throughout.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Clean CSS Layouts: Structured layouts designed for accessibility.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030" y="1463040"/>
            <a:ext cx="3474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091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t>API Service Layer (Node/Express)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Express.js Routing: Modular routes for Auth, Students, Faculty, and Admin.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JWT Authentication: Secure backend validation of sessions.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BcryptJS Hashing: Secures stored user passwords.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CORS &amp; Body Parser: Ready for local server integrations.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8860" y="1463040"/>
            <a:ext cx="3474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174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Segoe UI"/>
              </a:defRPr>
            </a:pPr>
            <a:r>
              <a:t>Storage Layer (MySQL)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Relational Schema: 18+ interlinked tables mapping college workflows.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Connection Pool: mysql2/promise for optimal async connection recycling.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Cascading Constraints: Cascade deletions prevent database database corruption.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Safe Seeder: seed.js cleans and rebuilds mock environments in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3716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Comprehensive Student Workspace (15+ Modules)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560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Academics &amp; Schedule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Timetable: Check course timing and rooms.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Attendance Tracker: Course-wise presence rate logs.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Course Registrations: Sign up for current semester offerings.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CGPA Dashboard: View grades, term marks, and GPAs.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2248" y="1463040"/>
            <a:ext cx="2560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5128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Campus Services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Digital Library: Search book records, view borrow history, check due dates, and monitor fines.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Hostel Bookings: Check room allocations, wardens, and mess timings.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Transport Routes: Monitor bus numbers, driver details, and stops.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7296" y="1463040"/>
            <a:ext cx="2560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0176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Finances &amp; No Dues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Tuition Fees Bills: Monitor outstanding tuition costs.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Fee Payments: Checkout simulation to pay online.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Digital No Dues: Live dashboard displaying clearance statuses (Library, Hostel, Sports, Accounts).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72344" y="1463040"/>
            <a:ext cx="2560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5224" y="164592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Careers &amp; Helpdesk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Placement Board: View jobs, criteria, and packages.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Application Tracker: Track interviewing stages.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Lodge Tickets: Report academic, IT, or infrastructure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3716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Faculty Dashboard &amp; Advisory Console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74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Teaching Portfolio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Class Management: Displays assigned courses and classes.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Attendance Logger: Check and submit student attendance directly to the MySQL database.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Grade Entry Panel: Input end-term grades for students enrolled in classes.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030" y="1463040"/>
            <a:ext cx="3474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091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t>Department Advisory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Add Student: Faculty can register new students directly into their department.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De-register Student: Remove students with a single click (triggering cascade deletes).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Support Helpdesk: Resolve or delete academic support tickets filed by students.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8860" y="1463040"/>
            <a:ext cx="3474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174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Segoe UI"/>
              </a:defRPr>
            </a:pPr>
            <a:r>
              <a:t>Digital No Dues Toggles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Interactive Board: Shows status profiles of department students.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One-Click Clearances: Toggle Library, Hostel, Sports, and Accounts dues.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Direct Synced Client: Toggles update student portals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Centralized Administrative Console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Platform &amp; Course Management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Campus Notices: Admin can draft and post announcements visible to all user groups.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Course Catalog Control: Add, edit, or delete courses across all departments.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Core Analytics: Access key database counts (Total students, faculty, departments).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Relational Integrity: Course updates propagate automatically down to student enrollments.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463040"/>
            <a:ext cx="539496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t>User Directory Directory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Core CRUD Operations: Complete directory control over Students, Faculty, and Admin user accounts.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Profile Customizer: Edit user credentials, phone numbers, and designations.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Department Configuration: Manage and add academic departments, setting department codes (e.g. CSE, EE).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3716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Recent System Refinements &amp;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Segoe UI"/>
              </a:defRPr>
            </a:pPr>
            <a:r>
              <a:t>Rebranding &amp; Security Flow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Brand Consolidation: Replaced legacy Ω logo with modern GraduationCap icon across authentication views and sidebars.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Enforced Registration Gateways: Deactivated demo quick-login widgets. Users must register manually, securing realistic login flows.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Mutual Redirections: Added clean routing shortcuts connecting Sign-in and Sign-up panels.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463040"/>
            <a:ext cx="539496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Segoe UI"/>
              </a:defRPr>
            </a:pPr>
            <a:r>
              <a:t>Backend &amp; Sync Enhancements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Auto-provisioning: Registrations auto-create default unpaid fee bills, empty hostel allocations, and pending No Dues profiles.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Advisory Integrations: Integrated delete student button with cascading schema deletes, removing enrollments and dues.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Notice Boards Patch: Restructured admin notice route so all logged-in roles can fetch boards without authorization crashes.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3716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Orchestration &amp; Deploying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  <a:latin typeface="Segoe UI"/>
              </a:defRPr>
            </a:pPr>
            <a:r>
              <a:t>Database Startup &amp; Initialization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Step 1: Start MySQL Service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Run .\run-db.ps1 in the project root.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Initializes insecure root database under db-data directory and starts local MySQL server on port 3306.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Step 2: Seed Schema &amp; Mock Data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Navigate to server directory and run npm run seed.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Imports schema.sql table structures and runs seed.js to inject sample users, courses, and transactions.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463040"/>
            <a:ext cx="539496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Segoe UI"/>
              </a:defRPr>
            </a:pPr>
            <a:r>
              <a:t>Unified Application Launch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Step 3: Run the Ecosystem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Execute .\start-project.ps1 in the project root.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Verifies database connection, starts backend Express server on port 5000, and spins up frontend React/Vite development server on port 5173.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Github &amp; Development Ready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Equipped with structured .gitignore, sample environment variables (.env), and isolated data storage folders.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